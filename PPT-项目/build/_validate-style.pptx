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· 内部培训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公司大模型工具使用入门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从开通到上手，新人 1 天搞定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01168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受众：部门新人、组内工程师    |    讲师：TD Testing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平台 · 基于 OpenCode 开发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资源总览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DeepSeek v4 Flash 即可满足绝大多数需求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四款模型按成本与能力分层，新人起步只认 Flash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3337560" cy="1234440"/>
          </a:xfrm>
          <a:prstGeom prst="rect">
            <a:avLst/>
          </a:prstGeom>
          <a:solidFill>
            <a:srgbClr val="EAF0F6"/>
          </a:solidFill>
          <a:ln w="15240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0939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 v4 Flash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61488" y="213055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12355B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13055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推荐默认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" y="242316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通用推理   ·   成本 极低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" y="267919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 80% 场景：简单代码、Log 解析、格式转换、文档整理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002536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20939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 v4 Pro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213055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13055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69664" y="242316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深度推理   ·   成本 约 5×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9664" y="267919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复杂逻辑推理、深度 Bug 排查、架构设计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19856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51129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 5.1 / 5.2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61488" y="354787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547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长文场景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" y="384048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长文本中文   ·   成本 约 5×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" y="409651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长篇 SOP 编写、跨文件复杂整理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419856"/>
            <a:ext cx="3337560" cy="123444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9664" y="351129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 2.7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81928" y="3547872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CE5E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547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海量对比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69664" y="384048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超长上下文   ·   成本 约 5×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9664" y="409651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超大型 Log 校验、海量文档对比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35240" y="2002536"/>
            <a:ext cx="4053535" cy="13716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112264"/>
            <a:ext cx="3797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763256" y="2770632"/>
            <a:ext cx="379750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日常场景由 Flash 覆盖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63256" y="3136392"/>
            <a:ext cx="37975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建议比例，非实测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635240" y="3465576"/>
            <a:ext cx="4053535" cy="13716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63256" y="3575304"/>
            <a:ext cx="3797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5×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763256" y="4233672"/>
            <a:ext cx="379750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高阶模型约为公网成本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63256" y="4599432"/>
            <a:ext cx="37975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 / GLM / Kimi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635240" y="4928616"/>
            <a:ext cx="4053535" cy="914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4928616"/>
            <a:ext cx="405353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2" name="Text 40"/>
          <p:cNvSpPr/>
          <p:nvPr/>
        </p:nvSpPr>
        <p:spPr>
          <a:xfrm>
            <a:off x="7763256" y="4928616"/>
            <a:ext cx="37975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新人选型口诀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781544" y="5321808"/>
            <a:ext cx="376092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日常默认 Flash；遇到多次改不通、逻辑死循环，再切 Pro / GLM / Kimi。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新人起步无需纠结：默认 DeepSeek v4 Flash，成本极低、响应快，覆盖绝大多数日常工作。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来源：CIMICode 模型清单（§1.1） · 80% 为建议比例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资源总览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三种形态覆盖开发、机台、移动三类场景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 / 终端版 / Web 版各有阵地，按场景选形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02536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3657600"/>
                <a:gridCol w="323057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形态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使用方式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特点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桌面版 Desktop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安装本地客户端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代码开发、文档撰写、数据分析、PPT 整理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视觉好，多窗口、图表预览、可视化项目管理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终端版 TUI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终端命令行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服务器自动化、Linux 跑脚本、排查机台报错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直接跑在 Linux/WSL/机台，无需图形界面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 网页版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浏览器访问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手机/移动端临时查阅、非敏感非 Coding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快捷免配置，适合突发文字处理或头脑风暴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791456"/>
            <a:ext cx="11185855" cy="8686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" y="4791456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终端版安装（Linux / macOS）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npm install -g cimicode-tui      # 装好后进入项目目录运行 cimicode-tui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桌面版：macOS / Windows 下载安装包，双击安装后登录公司账号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TD Testing 强依赖本地代码库与机台数据 —— 申请 Coding 权限后，桌面版 + 终端版是主力，Web 版作轻量补充。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来源：CIMICode 平台形态（§1.2）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CIMICode TD Testing</dc:creator>
  <cp:lastModifiedBy>CIMICode TD Testing</cp:lastModifiedBy>
  <cp:revision>1</cp:revision>
  <dcterms:created xsi:type="dcterms:W3CDTF">2026-07-26T04:15:58Z</dcterms:created>
  <dcterms:modified xsi:type="dcterms:W3CDTF">2026-07-26T04:15:58Z</dcterms:modified>
</cp:coreProperties>
</file>